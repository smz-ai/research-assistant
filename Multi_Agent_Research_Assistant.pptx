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Research Assistant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Research, Writing &amp; Review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606363 — Computing Systems for Data Science and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Petra | 2nd Semester 2025–2026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Abdulkarim Albanna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multi-agent system that automatically researches any topic and produces a high-quality academic report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 research question from the user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comprehensive, reviewed, cited research report with named entities, source classification, and illustrations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Django + LangGraph + Groq (Llama 3.3-70b) + Tavily + SpaCy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specialized AI agents collaborate in a coordinated workflow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12 course topics from Week 1 to Week 13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orchestrates 8 specialized agents in a directed pipeline with conditional routing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9202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Tavily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554480"/>
            <a:ext cx="19202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2316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LAM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19202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LLM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554480"/>
            <a:ext cx="19202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+ LLM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2011680"/>
            <a:ext cx="12801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011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Layer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560320"/>
            <a:ext cx="1920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2971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23160" y="2560320"/>
            <a:ext cx="1920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23160" y="2971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3.3-70b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560320"/>
            <a:ext cx="1920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2971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/ placeholder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2560320"/>
            <a:ext cx="1920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2971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pattern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352044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— Markdown + PDF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Transformer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use Llama 3.3-70b — a decoder-only transformer with 70 billion parameters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Q, K, V vectors — each token attends to all others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Attention(Q,K,V) = softmax(QK^T / √d_k) × 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Attention: 64 query heads, 8 KV heads (Grouped Query Attention)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encoding: Rotary Position Embedding (RoPE)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RMSNorm — computationally efficient LayerNorm variant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activation: SwiGLU — outperforms ReLU on language tasks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128,000 token context window — enables processing entire research documents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Text Classification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Agent: labels each research source by type and relevance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46888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technical_paper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554480"/>
            <a:ext cx="24688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554480"/>
            <a:ext cx="246888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246888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468880"/>
            <a:ext cx="246888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468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468880"/>
            <a:ext cx="246888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468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scoring: high / medium / 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Low-relevance sources filtered before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classification via structured JSON output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report quality by removing off-topic sources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Named Entity Recognition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Agent: extracts people, organizations, technologies, dates, and locations from all sources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82296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Junhao Song, Noam Shazeer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8229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Mistral AI, DeepSeek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560320" cy="82296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Mixtral 8x7B, Switch Transformer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2560320" cy="82296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560320"/>
            <a:ext cx="2560320" cy="822960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2017, 2021, 2024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560320"/>
            <a:ext cx="2560320" cy="82296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London, Hong Kong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pipeline + Llama-based extraction for AI-specific entities SpaCy misses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LangChain Fundamentals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provides the building blocks connecting LLMs to our pipeline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 / SystemMessage + HumanMessage — structures agent prompts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ChatGroq — LangChain wrapper for Groq API, compatible with all LangChain tools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parsers — extract structured JSON from LLM responses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pattern: prompt | llm → response — used in all 6 LLM agents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loaders — HTML, PDF, text ingestion via Trafilatura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follow the same LangChain interface — swappable with any LLM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LangGraph Orchestration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manages state and routing across all 8 agents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554480"/>
            <a:ext cx="19202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187452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554480"/>
            <a:ext cx="19202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7452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554480"/>
            <a:ext cx="19202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554480"/>
            <a:ext cx="19202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2651760"/>
            <a:ext cx="192024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48840" y="297180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2651760"/>
            <a:ext cx="192024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297180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2651760"/>
            <a:ext cx="192024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297180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2651760"/>
            <a:ext cx="192024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51960" y="2194560"/>
            <a:ext cx="0" cy="4572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edge: Critic APPROVE → END   |   Critic REVISE → back to Writer (max 3 times)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ResearchState TypedDict: topic, raw_sources, classified_sources, entities, outline, draft, critic_score, final_report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— LLM Configuration &amp; Optimization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selected: Llama 3.3-70b-versatile via Groq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tuning per agent: 0 for JSON output (deterministic), 0.4 for writing (creative)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 4096 for Writer Agent — long-form prose generation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engineered per agent role — Analyst, Writer, Critic each have different personas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 hardware: delivers ~750 tokens/second — 10x faster than standard GPU inference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14,400 requests/day — sufficient for competition day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logic: if LLM fails, agents return structured defaults to keep pipeline running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Mixture of Experts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routes each token to only a subset of expert networks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26517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Transformer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 2021)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routing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 experts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1.6T parameters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Simplest routing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scale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Expert collapse risk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5087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508760"/>
            <a:ext cx="26517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508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Mixtral 8x7B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(Mistral 2024)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 of 8 experts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13B active / 47B 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3017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 quality/compute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 source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90GB VRAM needed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5087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508760"/>
            <a:ext cx="26517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508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DeepSeek-MoE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+ routed experts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fine-grained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2.8B active / 16B total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3017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60% compute savings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specialization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Newer, less tested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— ReAct Pattern: Research Agent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= Reasoning + Acting — agent thinks before each action and learns from observations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1887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53619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5 targeted search queries from topic using Llama 3.3-70b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11887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3911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Tavily Search API for each query — collect up to 25 unique sources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69464"/>
            <a:ext cx="11887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6946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259689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top 3 URLs with Trafilatura for full content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99816"/>
            <a:ext cx="11887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9981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12724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source 1-10 for relevance using LLM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11887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301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3657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keep only sources scoring ≥ 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11887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605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418795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 of sources with URLs, titles, summaries passed to next agent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— Multi-Agent Collaboration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specialized agents collaborate — each owns one stage of the research pipeline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(ResearchState TypedDict) acts as the team's shared whiteboard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directly calls another — all communication is through state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Agent implements the review loop: APPROVE (score ≥7) or REVISE (back to Writer)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revision cycles to prevent infinite loops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fallback logic — pipeline never crashes even if one agent fails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runs the pipeline in a background thread — UI stays responsive during research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— Model Context Protocol (MCP)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standardizes how agents expose and call tools — like a USB standard for AI tools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0116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6459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Tavily Search API — used by Research Agent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0116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31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scrape_url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4231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Trafilatura scraper — extracts full page 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20116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08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200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Classification Agent logic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20116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886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extract_entities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977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SpaCy NER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MCPTool base class: .name, .description, .run(), .to_langchain_tool()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registered in MCP_TOOLS registry — discoverable by any agent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— Large Action Models: Browser Agent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Agent uses Playwright to perform real browser automation — not just API calls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Google Scholar: fills search form, waits for JS rendering, extracts paper metadata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Extracts: title, URL, abstract snippet from top 5 results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plans the navigation strategy — decides which pages to visit and what to extract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added to raw_sources pool alongside Tavily API results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Chromium: invisible browser running in background — no UI required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dynamic pages that simple HTTP requests cannot access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— Diffusion Models: Illustration Agent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Agent designed for DALL-E / Stable Diffusion integration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Agent generates image prompts: '![Figure 1: MoE routing diagram](IMAGE_PLACEHOLDER_1)'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Agent receives prompts and generates technical academic illustrations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implementation: cleans placeholders into figure captions (API not active)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pattern: enhanced prompt → DALL-E 3 API → download PNG → embed in Markdown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academic style: 'minimalist, white background, clear labels'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re-enabled by adding OPENAI_API_KEY — no code changes needed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tested on 3 research topics — all completed successfully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011680"/>
        </p:xfrm>
        <a:graphic>
          <a:graphicData uri="http://schemas.openxmlformats.org/drawingml/2006/table">
            <a:tbl>
              <a:tblPr/>
              <a:tblGrid>
                <a:gridCol w="4114800"/>
                <a:gridCol w="1097280"/>
                <a:gridCol w="1097280"/>
                <a:gridCol w="100584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Mixture of Experts on LLM Efficiency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Attention in NLP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Learning in Healthcare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reports completed within 2 minutes — well under 30-minute competition limit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API: 0 cost — free tier used for all calls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ran without crashes — error handling working in all agents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Research Assistant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github.com/SMZ-ai/research-assistant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3.3-70b via Groq  |  </a:t>
            </a:r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API  |  </a:t>
            </a:r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NER: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Petra | Course 606363 | 2025–2026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Research Assistant</dc:title>
  <dc:subject>PptxGenJS Presentation</dc:subject>
  <dc:creator>SMZ-ai</dc:creator>
  <cp:lastModifiedBy>SMZ-ai</cp:lastModifiedBy>
  <cp:revision>1</cp:revision>
  <dcterms:created xsi:type="dcterms:W3CDTF">2026-05-23T12:32:00Z</dcterms:created>
  <dcterms:modified xsi:type="dcterms:W3CDTF">2026-05-23T12:32:00Z</dcterms:modified>
</cp:coreProperties>
</file>